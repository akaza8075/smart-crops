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56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81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36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15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088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49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4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51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7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4DF4DD4-9D78-4918-A355-7BB3B6FB8AE0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22CF662-EE97-46A1-99AB-F7965AC1FAC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31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58523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/>
              <a:t>SMART CROP RECOMMENDATON </a:t>
            </a:r>
            <a:endParaRPr lang="en-IN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715789"/>
            <a:ext cx="10058400" cy="1882831"/>
          </a:xfrm>
        </p:spPr>
        <p:txBody>
          <a:bodyPr>
            <a:normAutofit fontScale="77500" lnSpcReduction="20000"/>
          </a:bodyPr>
          <a:lstStyle/>
          <a:p>
            <a:r>
              <a:rPr lang="en-US" u="sng" cap="none" dirty="0" smtClean="0"/>
              <a:t>TEAM</a:t>
            </a:r>
            <a:r>
              <a:rPr lang="en-US" u="sng" dirty="0" smtClean="0"/>
              <a:t>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 smtClean="0">
                <a:latin typeface="+mn-lt"/>
                <a:cs typeface="Times New Roman" panose="02020603050405020304" pitchFamily="18" charset="0"/>
              </a:rPr>
              <a:t>Aravind 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 smtClean="0">
                <a:latin typeface="+mn-lt"/>
                <a:cs typeface="Times New Roman" panose="02020603050405020304" pitchFamily="18" charset="0"/>
              </a:rPr>
              <a:t>Asif Muhammad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 smtClean="0">
                <a:latin typeface="+mn-lt"/>
                <a:cs typeface="Times New Roman" panose="02020603050405020304" pitchFamily="18" charset="0"/>
              </a:rPr>
              <a:t>Pranav Krishna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 err="1" smtClean="0">
                <a:latin typeface="+mn-lt"/>
                <a:cs typeface="Times New Roman" panose="02020603050405020304" pitchFamily="18" charset="0"/>
              </a:rPr>
              <a:t>Haja</a:t>
            </a:r>
            <a:r>
              <a:rPr lang="en-US" cap="none" dirty="0" smtClean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cap="none" dirty="0" err="1" smtClean="0">
                <a:latin typeface="+mn-lt"/>
                <a:cs typeface="Times New Roman" panose="02020603050405020304" pitchFamily="18" charset="0"/>
              </a:rPr>
              <a:t>Nazarudeen</a:t>
            </a:r>
            <a:r>
              <a:rPr lang="en-US" cap="none" dirty="0" smtClean="0">
                <a:latin typeface="+mn-lt"/>
                <a:cs typeface="Times New Roman" panose="02020603050405020304" pitchFamily="18" charset="0"/>
              </a:rPr>
              <a:t>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cap="none" dirty="0" smtClean="0">
              <a:latin typeface="+mn-lt"/>
            </a:endParaRPr>
          </a:p>
          <a:p>
            <a:endParaRPr lang="en-US" u="sng" dirty="0" smtClean="0"/>
          </a:p>
          <a:p>
            <a:endParaRPr lang="en-US" u="sng" dirty="0" smtClean="0"/>
          </a:p>
          <a:p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766645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INTRODUCTION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959331"/>
            <a:ext cx="10058400" cy="290976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Smart Agriculture Decision Support</a:t>
            </a:r>
            <a:r>
              <a:rPr lang="en-US" dirty="0"/>
              <a:t> uses machine learning to recommend the best crops and fertilizers based on real‑time soil and environmental data, helping farmers maximize yield while minimizing inputs.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47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95105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69</TotalTime>
  <Words>20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Retrospect</vt:lpstr>
      <vt:lpstr>SMART CROP RECOMMENDATON </vt:lpstr>
      <vt:lpstr>INTRODUCTION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CROP RECOMMENDATON</dc:title>
  <dc:creator>USER</dc:creator>
  <cp:lastModifiedBy>USER</cp:lastModifiedBy>
  <cp:revision>5</cp:revision>
  <dcterms:created xsi:type="dcterms:W3CDTF">2026-01-13T10:18:32Z</dcterms:created>
  <dcterms:modified xsi:type="dcterms:W3CDTF">2026-01-13T11:27:33Z</dcterms:modified>
</cp:coreProperties>
</file>